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5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1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1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0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9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8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9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2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71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1520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86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03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27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10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0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8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AI-Powered Fake News Detection &amp; Verification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dirty="0"/>
              <a:t>Machine Learning + Web Search + Generative AI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Developed by Suryans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dirty="0"/>
              <a:t>Fake news spreads rapidly online.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A traditional ML classifier may not know the latest information.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The project combines ML prediction with real-time web evidence and Generative AI.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Goal: provide a useful fact-checking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dirty="0"/>
              <a:t>Detect whether a news claim resembles previously learned Fake or Real news.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Collect supporting evidence using real-time web search.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Use Generative AI to analyze the claim and evidence.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Display prediction, verdict, explanation, and sources.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Deploy the application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User enters a news claim.</a:t>
            </a:r>
          </a:p>
          <a:p>
            <a:pPr>
              <a:spcAft>
                <a:spcPts val="1000"/>
              </a:spcAft>
              <a:defRPr sz="2200"/>
            </a:pPr>
            <a:r>
              <a:t>TF-IDF converts text into numerical features.</a:t>
            </a:r>
          </a:p>
          <a:p>
            <a:pPr>
              <a:spcAft>
                <a:spcPts val="1000"/>
              </a:spcAft>
              <a:defRPr sz="2200"/>
            </a:pPr>
            <a:r>
              <a:t>Logistic Regression produces the initial prediction.</a:t>
            </a:r>
          </a:p>
          <a:p>
            <a:pPr>
              <a:spcAft>
                <a:spcPts val="1000"/>
              </a:spcAft>
              <a:defRPr sz="2200"/>
            </a:pPr>
            <a:r>
              <a:t>Tavily searches the web for recent evidence.</a:t>
            </a:r>
          </a:p>
          <a:p>
            <a:pPr>
              <a:spcAft>
                <a:spcPts val="1000"/>
              </a:spcAft>
              <a:defRPr sz="2200"/>
            </a:pPr>
            <a:r>
              <a:t>Gemini analyzes the claim and evidence.</a:t>
            </a:r>
          </a:p>
          <a:p>
            <a:pPr>
              <a:spcAft>
                <a:spcPts val="1000"/>
              </a:spcAft>
              <a:defRPr sz="2200"/>
            </a:pPr>
            <a:r>
              <a:t>Streamlit displays the result and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Machine Learning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Supervised learning using historical Fake and Real news data.</a:t>
            </a:r>
          </a:p>
          <a:p>
            <a:pPr>
              <a:spcAft>
                <a:spcPts val="1000"/>
              </a:spcAft>
              <a:defRPr sz="2200"/>
            </a:pPr>
            <a:r>
              <a:t>TF-IDF Vectorization represents the news text.</a:t>
            </a:r>
          </a:p>
          <a:p>
            <a:pPr>
              <a:spcAft>
                <a:spcPts val="1000"/>
              </a:spcAft>
              <a:defRPr sz="2200"/>
            </a:pPr>
            <a:r>
              <a:t>Logistic Regression performs classification.</a:t>
            </a:r>
          </a:p>
          <a:p>
            <a:pPr>
              <a:spcAft>
                <a:spcPts val="1000"/>
              </a:spcAft>
              <a:defRPr sz="2200"/>
            </a:pPr>
            <a:r>
              <a:t>Saved files: logistic_model.pkl and tfidf_vectorizer.pkl.</a:t>
            </a:r>
          </a:p>
          <a:p>
            <a:pPr>
              <a:spcAft>
                <a:spcPts val="1000"/>
              </a:spcAft>
              <a:defRPr sz="2200"/>
            </a:pPr>
            <a:r>
              <a:t>The training dataset is not required to run the deployed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Web Search &amp;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Tavily API retrieves current web information and relevant sources.</a:t>
            </a:r>
          </a:p>
          <a:p>
            <a:pPr>
              <a:spcAft>
                <a:spcPts val="1000"/>
              </a:spcAft>
              <a:defRPr sz="2200"/>
            </a:pPr>
            <a:r>
              <a:t>Google Gemini analyzes the claim, ML prediction, and evidence.</a:t>
            </a:r>
          </a:p>
          <a:p>
            <a:pPr>
              <a:spcAft>
                <a:spcPts val="1000"/>
              </a:spcAft>
              <a:defRPr sz="2200"/>
            </a:pPr>
            <a:r>
              <a:t>The AI returns TRUE, FALSE, or UNCERTAIN with an explanation.</a:t>
            </a:r>
          </a:p>
          <a:p>
            <a:pPr>
              <a:spcAft>
                <a:spcPts val="1000"/>
              </a:spcAft>
              <a:defRPr sz="2200"/>
            </a:pPr>
            <a:r>
              <a:t>API keys are kept private using environment variables.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000"/>
              </a:spcAft>
              <a:defRPr sz="2200"/>
            </a:pPr>
            <a:r>
              <a:t>Python</a:t>
            </a:r>
          </a:p>
          <a:p>
            <a:pPr>
              <a:spcAft>
                <a:spcPts val="1000"/>
              </a:spcAft>
              <a:defRPr sz="2200"/>
            </a:pPr>
            <a:r>
              <a:t>Scikit-learn and TF-IDF</a:t>
            </a:r>
          </a:p>
          <a:p>
            <a:pPr>
              <a:spcAft>
                <a:spcPts val="1000"/>
              </a:spcAft>
              <a:defRPr sz="2200"/>
            </a:pPr>
            <a:r>
              <a:t>Logistic Regression</a:t>
            </a:r>
          </a:p>
          <a:p>
            <a:pPr>
              <a:spcAft>
                <a:spcPts val="1000"/>
              </a:spcAft>
              <a:defRPr sz="2200"/>
            </a:pPr>
            <a:r>
              <a:t>Joblib</a:t>
            </a:r>
          </a:p>
          <a:p>
            <a:pPr>
              <a:spcAft>
                <a:spcPts val="1000"/>
              </a:spcAft>
              <a:defRPr sz="2200"/>
            </a:pPr>
            <a:r>
              <a:t>Streamlit</a:t>
            </a:r>
          </a:p>
          <a:p>
            <a:pPr>
              <a:spcAft>
                <a:spcPts val="1000"/>
              </a:spcAft>
              <a:defRPr sz="2200"/>
            </a:pPr>
            <a:r>
              <a:t>Tavily Web Search API</a:t>
            </a:r>
          </a:p>
          <a:p>
            <a:pPr>
              <a:spcAft>
                <a:spcPts val="1000"/>
              </a:spcAft>
              <a:defRPr sz="2200"/>
            </a:pPr>
            <a:r>
              <a:t>Google Gemini</a:t>
            </a:r>
          </a:p>
          <a:p>
            <a:pPr>
              <a:spcAft>
                <a:spcPts val="1000"/>
              </a:spcAft>
              <a:defRPr sz="2200"/>
            </a:pPr>
            <a:r>
              <a:t>GitHub and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Results &amp; Live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Interactive interface for entering and checking claims.</a:t>
            </a:r>
          </a:p>
          <a:p>
            <a:pPr>
              <a:spcAft>
                <a:spcPts val="1000"/>
              </a:spcAft>
              <a:defRPr sz="2200"/>
            </a:pPr>
            <a:r>
              <a:t>ML prediction is shown separately from AI verification.</a:t>
            </a:r>
          </a:p>
          <a:p>
            <a:pPr>
              <a:spcAft>
                <a:spcPts val="1000"/>
              </a:spcAft>
              <a:defRPr sz="2200"/>
            </a:pPr>
            <a:r>
              <a:t>Web sources can be inspected by the user.</a:t>
            </a:r>
          </a:p>
          <a:p>
            <a:pPr>
              <a:spcAft>
                <a:spcPts val="1000"/>
              </a:spcAft>
              <a:defRPr sz="2200"/>
            </a:pPr>
            <a:r>
              <a:t>Live Demo: https://ai-powered-fake-news-detection-cara.onrender.com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rPr dirty="0"/>
              <a:t>Use larger and more diverse datasets.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Explore Transformer/NLP models.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Add source credibility scoring.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Support multiple languages.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The project demonstrates ML + live web evidence + Generative AI.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350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AI-Powered Fake News Detection &amp; Verification System</vt:lpstr>
      <vt:lpstr>Problem Statement</vt:lpstr>
      <vt:lpstr>Project Objectives</vt:lpstr>
      <vt:lpstr>System Workflow</vt:lpstr>
      <vt:lpstr>Machine Learning Component</vt:lpstr>
      <vt:lpstr>Web Search &amp; Generative AI</vt:lpstr>
      <vt:lpstr>Technology Stack</vt:lpstr>
      <vt:lpstr>Results &amp; Live Deployment</vt:lpstr>
      <vt:lpstr>Future Scope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Suryans Kumar</cp:lastModifiedBy>
  <cp:revision>3</cp:revision>
  <dcterms:created xsi:type="dcterms:W3CDTF">2013-01-27T09:14:16Z</dcterms:created>
  <dcterms:modified xsi:type="dcterms:W3CDTF">2026-08-15T12:39:35Z</dcterms:modified>
  <cp:category/>
</cp:coreProperties>
</file>